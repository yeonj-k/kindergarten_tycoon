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  <p:sldId id="286" r:id="rId4"/>
    <p:sldId id="287" r:id="rId5"/>
    <p:sldId id="299" r:id="rId6"/>
    <p:sldId id="300" r:id="rId7"/>
    <p:sldId id="301" r:id="rId8"/>
    <p:sldId id="288" r:id="rId9"/>
    <p:sldId id="294" r:id="rId10"/>
    <p:sldId id="297" r:id="rId11"/>
    <p:sldId id="29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CC87"/>
    <a:srgbClr val="1214FD"/>
    <a:srgbClr val="99FF33"/>
    <a:srgbClr val="201E21"/>
    <a:srgbClr val="CCFF99"/>
    <a:srgbClr val="FFFF99"/>
    <a:srgbClr val="F9B78F"/>
    <a:srgbClr val="F79B63"/>
    <a:srgbClr val="8A4CBF"/>
    <a:srgbClr val="B4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325AD-F961-465A-8A9F-A43A15CF1157}" v="343" dt="2023-04-24T15:46:1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F0ACB-CAD2-0E99-D7FA-65045D305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CFAB08-8D24-ED37-CD28-B508DCC3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46C49A-BB52-FE46-E09D-031F754F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BFF78-A213-BEC3-F545-931965DA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487F-DA19-E240-E47F-75B9A97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01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2B127-B3EC-9C40-845F-688EB490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7DA35-130F-F49C-469F-9F79B161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056BE7-716A-BD37-EB7C-CF6264A2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F4260-0B0E-4E52-FBF1-9BF9EE37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AE171-D620-4615-28BB-1D1C6DD5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9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A8A18-E8FB-20E7-84BE-A4BEB5DC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3D7A21-41B4-7FFB-47CC-89661425B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4A361-3DBA-8CBC-F6DC-755D75FC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04A42-AD0F-43FB-A565-3B1602D2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72FD57-3508-D9D9-831C-C8224B85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14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8F5A2-361A-407A-5B3B-F45DBD91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C8E45D-4CB6-07DF-1D0A-1D309E80B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BC7A7A-3A58-0ED7-ED4D-EF5C30AA8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192D6F-6465-9572-7D6E-CA428405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3D834-78FE-0BD3-A611-497F90FD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1D2880-AE87-5C12-BE27-FDEF7EAD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3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FA99E-4995-7D3C-6998-FCE8E3E9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76C897-C341-FDD0-C8A3-915448FF9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D7DB96-DA01-E184-975D-58AF6DC15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61C80D-13F1-6D21-91E0-AE244D8A1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D3383D-0CBD-4680-A4C6-244BA154A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0868B9-7D6D-0110-D48E-F65B91B3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676243-B053-5D49-83E3-5EF3110C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9280B6-5038-41B3-703E-764196A6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99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C61A0-E86A-9637-DF8F-964C1805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3E17F3-CB01-B9C9-69AD-F6EE56CD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C77B12-BC7D-CF01-35C4-1F45D5EB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6E4-09D3-AF25-F971-579174D5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19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B00CE3-347F-4559-4A7D-488B3176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C85A02-CE59-213A-7603-4526C089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D8D80-67FB-C509-B98F-478363DE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B8B45-77F8-F301-A4AB-180278E0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4D632B-B96B-4D1B-B485-E62FE4993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36500E-6035-00CB-B69A-EDCCD2559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5500CA-9588-F09D-B73A-1F1C5D60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A396BC-518E-676A-B5D5-65A58827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CAFC2B-83DA-5C33-42B8-0A2ADEC8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89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36B25-AA41-71FB-2683-38D3CF9D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507A7F-881D-6C16-8115-5EBCB9BB6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33A55F-C30B-7E5D-CAD2-8BF7305FF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5D547C-DC33-9BF6-66FE-560742B5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48C2E-3A7D-4767-8C48-D9220A8E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B58224-FE5C-6151-3B18-3D369915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2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9D0A2-845F-12B8-63CF-8D1CCD67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D8E067-3588-6FA9-A537-18282E5B4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15DE9-C8F6-4AC8-0B4C-BB498D78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93574-334C-279B-7E6C-9F83AE7E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B1622-22E8-4AFC-3F85-D381096F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91C9B7-F945-7F08-F834-6A67BD535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85BA1D-D22E-4B04-1B2C-DE4959612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7D9AE-3538-138D-15D4-80E2E854C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526EF-4808-1312-CD2F-8EC100C2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A96D3B-2CB6-95EF-C9F8-7677D923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4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700CCA-471E-2D20-82D7-143A6CB2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3B16C6-89CA-DEEA-FC2E-FD066FF5B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B4A2F-66E5-7025-C159-EC92F9AAB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9F9F3-83C0-4AA4-92C8-22FE2E43506A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FBD52-9536-8297-67F4-882B7E0D5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40A8E-3280-EF5F-2179-2CDB64117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63433-C1B2-4EF1-A95A-B840045B79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21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EB97CA1-0A51-E6B2-5B9E-07298487CE56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4909623" y="2459507"/>
            <a:ext cx="2372765" cy="193899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6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오늘도</a:t>
            </a:r>
            <a:endParaRPr lang="en-US" altLang="ko-KR" sz="6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3CC87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  <a:p>
            <a:pPr algn="ctr"/>
            <a:r>
              <a:rPr lang="ko-KR" altLang="en-US" sz="6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무사히</a:t>
            </a:r>
            <a:endParaRPr lang="en-US" altLang="ko-KR" sz="6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60916-CF24-9D01-B988-422B19F0B6E1}"/>
              </a:ext>
            </a:extLst>
          </p:cNvPr>
          <p:cNvSpPr txBox="1"/>
          <p:nvPr/>
        </p:nvSpPr>
        <p:spPr>
          <a:xfrm>
            <a:off x="5586890" y="6342565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YeonJi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 Kim</a:t>
            </a:r>
          </a:p>
        </p:txBody>
      </p:sp>
    </p:spTree>
    <p:extLst>
      <p:ext uri="{BB962C8B-B14F-4D97-AF65-F5344CB8AC3E}">
        <p14:creationId xmlns:p14="http://schemas.microsoft.com/office/powerpoint/2010/main" val="22997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EB97CA1-0A51-E6B2-5B9E-07298487CE56}"/>
              </a:ext>
            </a:extLst>
          </p:cNvPr>
          <p:cNvSpPr/>
          <p:nvPr/>
        </p:nvSpPr>
        <p:spPr>
          <a:xfrm>
            <a:off x="2969863" y="0"/>
            <a:ext cx="5992585" cy="6858000"/>
          </a:xfrm>
          <a:prstGeom prst="rect">
            <a:avLst/>
          </a:prstGeom>
          <a:solidFill>
            <a:srgbClr val="23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70335" y="167202"/>
            <a:ext cx="258305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  <a:cs typeface="Pretendard Black" panose="02000A03000000020004" pitchFamily="50" charset="-127"/>
              </a:rPr>
              <a:t>INDEX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60916-CF24-9D01-B988-422B19F0B6E1}"/>
              </a:ext>
            </a:extLst>
          </p:cNvPr>
          <p:cNvSpPr txBox="1"/>
          <p:nvPr/>
        </p:nvSpPr>
        <p:spPr>
          <a:xfrm>
            <a:off x="3891098" y="1198183"/>
            <a:ext cx="15953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게임 소개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5BAAD4-FC49-418B-9D5A-2E5F2A8B3D5D}"/>
              </a:ext>
            </a:extLst>
          </p:cNvPr>
          <p:cNvSpPr txBox="1"/>
          <p:nvPr/>
        </p:nvSpPr>
        <p:spPr>
          <a:xfrm>
            <a:off x="3254385" y="878246"/>
            <a:ext cx="6367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01</a:t>
            </a:r>
            <a:endParaRPr lang="ko-KR" altLang="en-US" sz="4000" b="1" dirty="0">
              <a:ln>
                <a:solidFill>
                  <a:schemeClr val="accent1">
                    <a:alpha val="0"/>
                  </a:schemeClr>
                </a:solidFill>
              </a:ln>
              <a:latin typeface="검은고딕 블랙" panose="00000A00000000000000" pitchFamily="50" charset="-127"/>
              <a:ea typeface="검은고딕 블랙" panose="00000A00000000000000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0EB7DE-DE2E-4FB3-ABED-1520BDAA76FF}"/>
              </a:ext>
            </a:extLst>
          </p:cNvPr>
          <p:cNvSpPr txBox="1"/>
          <p:nvPr/>
        </p:nvSpPr>
        <p:spPr>
          <a:xfrm>
            <a:off x="3891098" y="2784168"/>
            <a:ext cx="19191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게임 플로우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781474-6935-45CE-B5A3-9B89813AA2AD}"/>
              </a:ext>
            </a:extLst>
          </p:cNvPr>
          <p:cNvSpPr txBox="1"/>
          <p:nvPr/>
        </p:nvSpPr>
        <p:spPr>
          <a:xfrm>
            <a:off x="3198280" y="2369903"/>
            <a:ext cx="692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02</a:t>
            </a:r>
            <a:endParaRPr lang="ko-KR" altLang="en-US" sz="4000" b="1" dirty="0">
              <a:ln>
                <a:solidFill>
                  <a:schemeClr val="accent1">
                    <a:alpha val="0"/>
                  </a:schemeClr>
                </a:solidFill>
              </a:ln>
              <a:latin typeface="검은고딕 블랙" panose="00000A00000000000000" pitchFamily="50" charset="-127"/>
              <a:ea typeface="검은고딕 블랙" panose="00000A00000000000000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EF95F-FB4C-48D2-956F-F0246B49A611}"/>
              </a:ext>
            </a:extLst>
          </p:cNvPr>
          <p:cNvSpPr txBox="1"/>
          <p:nvPr/>
        </p:nvSpPr>
        <p:spPr>
          <a:xfrm>
            <a:off x="3891098" y="4535584"/>
            <a:ext cx="37689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프로젝트 핵심 기술 소개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B2CA1C-BAFD-45E5-9F6F-7767D75F9491}"/>
              </a:ext>
            </a:extLst>
          </p:cNvPr>
          <p:cNvSpPr txBox="1"/>
          <p:nvPr/>
        </p:nvSpPr>
        <p:spPr>
          <a:xfrm>
            <a:off x="3198280" y="3956035"/>
            <a:ext cx="692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03</a:t>
            </a:r>
            <a:endParaRPr lang="ko-KR" altLang="en-US" sz="4000" b="1" dirty="0">
              <a:ln>
                <a:solidFill>
                  <a:schemeClr val="accent1">
                    <a:alpha val="0"/>
                  </a:schemeClr>
                </a:solidFill>
              </a:ln>
              <a:latin typeface="검은고딕 블랙" panose="00000A00000000000000" pitchFamily="50" charset="-127"/>
              <a:ea typeface="검은고딕 블랙" panose="00000A00000000000000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7E4F-49CA-4B81-B354-BCDBABFDFC5B}"/>
              </a:ext>
            </a:extLst>
          </p:cNvPr>
          <p:cNvSpPr txBox="1"/>
          <p:nvPr/>
        </p:nvSpPr>
        <p:spPr>
          <a:xfrm>
            <a:off x="3891098" y="5867417"/>
            <a:ext cx="25667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프로젝트 마무리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79BC6-44D8-47D0-9F91-41508A017377}"/>
              </a:ext>
            </a:extLst>
          </p:cNvPr>
          <p:cNvSpPr txBox="1"/>
          <p:nvPr/>
        </p:nvSpPr>
        <p:spPr>
          <a:xfrm>
            <a:off x="3198280" y="5287868"/>
            <a:ext cx="7280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검은고딕 블랙" panose="00000A00000000000000" pitchFamily="50" charset="-127"/>
                <a:ea typeface="검은고딕 블랙" panose="00000A00000000000000" pitchFamily="50" charset="-127"/>
                <a:cs typeface="Pretendard Black" panose="02000A03000000020004" pitchFamily="50" charset="-127"/>
              </a:rPr>
              <a:t>04</a:t>
            </a:r>
            <a:endParaRPr lang="ko-KR" altLang="en-US" sz="4000" b="1" dirty="0">
              <a:ln>
                <a:solidFill>
                  <a:schemeClr val="accent1">
                    <a:alpha val="0"/>
                  </a:schemeClr>
                </a:solidFill>
              </a:ln>
              <a:latin typeface="검은고딕 블랙" panose="00000A00000000000000" pitchFamily="50" charset="-127"/>
              <a:ea typeface="검은고딕 블랙" panose="00000A00000000000000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9987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3">
            <a:extLst>
              <a:ext uri="{FF2B5EF4-FFF2-40B4-BE49-F238E27FC236}">
                <a16:creationId xmlns:a16="http://schemas.microsoft.com/office/drawing/2014/main" id="{3A297096-4EBB-9D2D-3D20-C7E23518389B}"/>
              </a:ext>
            </a:extLst>
          </p:cNvPr>
          <p:cNvSpPr/>
          <p:nvPr/>
        </p:nvSpPr>
        <p:spPr>
          <a:xfrm>
            <a:off x="4425043" y="1758043"/>
            <a:ext cx="3341914" cy="3341914"/>
          </a:xfrm>
          <a:prstGeom prst="ellipse">
            <a:avLst/>
          </a:prstGeom>
          <a:solidFill>
            <a:srgbClr val="23CC87">
              <a:alpha val="70000"/>
            </a:srgb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F2A3-EC9B-E170-B04A-78D7B8ED0131}"/>
              </a:ext>
            </a:extLst>
          </p:cNvPr>
          <p:cNvSpPr txBox="1"/>
          <p:nvPr/>
        </p:nvSpPr>
        <p:spPr>
          <a:xfrm>
            <a:off x="5070726" y="3105835"/>
            <a:ext cx="205056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게임 소개</a:t>
            </a:r>
            <a:endParaRPr lang="en-US" altLang="ko-KR" sz="3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358DC-F95E-DF8E-20EA-FB95382A445D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3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0ABD0-487E-F21D-63B2-824FA4A5A0D4}"/>
              </a:ext>
            </a:extLst>
          </p:cNvPr>
          <p:cNvSpPr txBox="1"/>
          <p:nvPr/>
        </p:nvSpPr>
        <p:spPr>
          <a:xfrm>
            <a:off x="5368878" y="1496433"/>
            <a:ext cx="145424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오늘도 무사히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손글씨 다시 시작해" panose="02000503000000000000" pitchFamily="2" charset="-127"/>
              <a:ea typeface="나눔손글씨 다시 시작해" panose="02000503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2783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6BD56A1-3310-72DC-F349-328E07D3E4F2}"/>
              </a:ext>
            </a:extLst>
          </p:cNvPr>
          <p:cNvSpPr/>
          <p:nvPr/>
        </p:nvSpPr>
        <p:spPr>
          <a:xfrm>
            <a:off x="5173305" y="-1"/>
            <a:ext cx="1845390" cy="627018"/>
          </a:xfrm>
          <a:custGeom>
            <a:avLst/>
            <a:gdLst>
              <a:gd name="connsiteX0" fmla="*/ 0 w 3551467"/>
              <a:gd name="connsiteY0" fmla="*/ 0 h 1424578"/>
              <a:gd name="connsiteX1" fmla="*/ 3551467 w 3551467"/>
              <a:gd name="connsiteY1" fmla="*/ 0 h 1424578"/>
              <a:gd name="connsiteX2" fmla="*/ 3513997 w 3551467"/>
              <a:gd name="connsiteY2" fmla="*/ 145727 h 1424578"/>
              <a:gd name="connsiteX3" fmla="*/ 1775733 w 3551467"/>
              <a:gd name="connsiteY3" fmla="*/ 1424578 h 1424578"/>
              <a:gd name="connsiteX4" fmla="*/ 37470 w 3551467"/>
              <a:gd name="connsiteY4" fmla="*/ 145727 h 142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1467" h="1424578">
                <a:moveTo>
                  <a:pt x="0" y="0"/>
                </a:moveTo>
                <a:lnTo>
                  <a:pt x="3551467" y="0"/>
                </a:lnTo>
                <a:lnTo>
                  <a:pt x="3513997" y="145727"/>
                </a:lnTo>
                <a:cubicBezTo>
                  <a:pt x="3283552" y="886629"/>
                  <a:pt x="2592466" y="1424578"/>
                  <a:pt x="1775733" y="1424578"/>
                </a:cubicBezTo>
                <a:cubicBezTo>
                  <a:pt x="959001" y="1424578"/>
                  <a:pt x="267914" y="886629"/>
                  <a:pt x="37470" y="145727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5531583" y="19014"/>
            <a:ext cx="1128835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Situation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F2077-3720-D88C-82F5-CF50A0D2B42D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4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53F11-D220-85C1-64B4-A2260479386B}"/>
              </a:ext>
            </a:extLst>
          </p:cNvPr>
          <p:cNvSpPr txBox="1"/>
          <p:nvPr/>
        </p:nvSpPr>
        <p:spPr>
          <a:xfrm>
            <a:off x="3621610" y="627017"/>
            <a:ext cx="494879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이 페이지의 중심이 되는 이야기를 해주세요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.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F2A3-EC9B-E170-B04A-78D7B8ED0131}"/>
              </a:ext>
            </a:extLst>
          </p:cNvPr>
          <p:cNvSpPr txBox="1"/>
          <p:nvPr/>
        </p:nvSpPr>
        <p:spPr>
          <a:xfrm>
            <a:off x="2393140" y="1788017"/>
            <a:ext cx="270939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7800" indent="-177800">
              <a:buClr>
                <a:srgbClr val="23CC87"/>
              </a:buClr>
              <a:buFont typeface="나눔스퀘어 네오 Heavy" panose="00000A00000000000000" pitchFamily="2" charset="-127"/>
              <a:buChar char="Ⅰ"/>
            </a:pP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서브 타이틀을 입력하시죠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52E4F-36FA-7A1E-6F38-4DD86FBBFE7D}"/>
              </a:ext>
            </a:extLst>
          </p:cNvPr>
          <p:cNvSpPr txBox="1"/>
          <p:nvPr/>
        </p:nvSpPr>
        <p:spPr>
          <a:xfrm>
            <a:off x="8128071" y="1818794"/>
            <a:ext cx="2004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2D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경영 시뮬레이션 게임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95FD3A-0E46-D1AE-A69D-41F82217770A}"/>
              </a:ext>
            </a:extLst>
          </p:cNvPr>
          <p:cNvSpPr txBox="1"/>
          <p:nvPr/>
        </p:nvSpPr>
        <p:spPr>
          <a:xfrm>
            <a:off x="6667876" y="1726461"/>
            <a:ext cx="112082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게임 장르</a:t>
            </a:r>
          </a:p>
        </p:txBody>
      </p:sp>
      <p:pic>
        <p:nvPicPr>
          <p:cNvPr id="15" name="그림 14" descr="갈색 짠 바구니에 흰색 꽃">
            <a:extLst>
              <a:ext uri="{FF2B5EF4-FFF2-40B4-BE49-F238E27FC236}">
                <a16:creationId xmlns:a16="http://schemas.microsoft.com/office/drawing/2014/main" id="{D6F3A5D1-94C9-4A47-65C6-CFB4A9E70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" t="18568" r="476" b="15210"/>
          <a:stretch>
            <a:fillRect/>
          </a:stretch>
        </p:blipFill>
        <p:spPr bwMode="auto">
          <a:xfrm>
            <a:off x="2558509" y="2152695"/>
            <a:ext cx="3398106" cy="3398106"/>
          </a:xfrm>
          <a:custGeom>
            <a:avLst/>
            <a:gdLst>
              <a:gd name="connsiteX0" fmla="*/ 0 w 4541520"/>
              <a:gd name="connsiteY0" fmla="*/ 0 h 4541520"/>
              <a:gd name="connsiteX1" fmla="*/ 4541520 w 4541520"/>
              <a:gd name="connsiteY1" fmla="*/ 0 h 4541520"/>
              <a:gd name="connsiteX2" fmla="*/ 4541520 w 4541520"/>
              <a:gd name="connsiteY2" fmla="*/ 4541520 h 4541520"/>
              <a:gd name="connsiteX3" fmla="*/ 0 w 4541520"/>
              <a:gd name="connsiteY3" fmla="*/ 4541520 h 454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1520" h="4541520">
                <a:moveTo>
                  <a:pt x="0" y="0"/>
                </a:moveTo>
                <a:lnTo>
                  <a:pt x="4541520" y="0"/>
                </a:lnTo>
                <a:lnTo>
                  <a:pt x="4541520" y="4541520"/>
                </a:lnTo>
                <a:lnTo>
                  <a:pt x="0" y="454152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CDB28E-6EA4-3FC5-9DFB-82C78A58A80B}"/>
              </a:ext>
            </a:extLst>
          </p:cNvPr>
          <p:cNvSpPr txBox="1"/>
          <p:nvPr/>
        </p:nvSpPr>
        <p:spPr>
          <a:xfrm>
            <a:off x="6667876" y="2225834"/>
            <a:ext cx="829073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플랫폼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F20AC-4B01-4488-867C-DB9C9FB23F7D}"/>
              </a:ext>
            </a:extLst>
          </p:cNvPr>
          <p:cNvSpPr txBox="1"/>
          <p:nvPr/>
        </p:nvSpPr>
        <p:spPr>
          <a:xfrm>
            <a:off x="8128070" y="2287389"/>
            <a:ext cx="2900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모바일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Android (</a:t>
            </a:r>
            <a:r>
              <a:rPr lang="en-US" altLang="ko-KR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LandScape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 View)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A3CFBE-74D0-4D30-8371-FF8B2FC1A8B9}"/>
              </a:ext>
            </a:extLst>
          </p:cNvPr>
          <p:cNvSpPr txBox="1"/>
          <p:nvPr/>
        </p:nvSpPr>
        <p:spPr>
          <a:xfrm>
            <a:off x="6667875" y="2731054"/>
            <a:ext cx="112082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개발 인원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272EF-43BE-41C6-B5BD-3EE712A85C67}"/>
              </a:ext>
            </a:extLst>
          </p:cNvPr>
          <p:cNvSpPr txBox="1"/>
          <p:nvPr/>
        </p:nvSpPr>
        <p:spPr>
          <a:xfrm>
            <a:off x="8128070" y="2792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1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명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(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개인 프로젝트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3EF37D-2E36-46B9-88C4-540C2438EDD0}"/>
              </a:ext>
            </a:extLst>
          </p:cNvPr>
          <p:cNvSpPr txBox="1"/>
          <p:nvPr/>
        </p:nvSpPr>
        <p:spPr>
          <a:xfrm>
            <a:off x="6667875" y="3236274"/>
            <a:ext cx="112082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개발 기간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500A56-669A-4E01-A9AC-29062FF50BAA}"/>
              </a:ext>
            </a:extLst>
          </p:cNvPr>
          <p:cNvSpPr txBox="1"/>
          <p:nvPr/>
        </p:nvSpPr>
        <p:spPr>
          <a:xfrm>
            <a:off x="8157065" y="3341403"/>
            <a:ext cx="3087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2026.07.08 ~ 2026.08.06 (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약 한 달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BA024A-684A-41A7-A0F5-6E5B4BB10E8C}"/>
              </a:ext>
            </a:extLst>
          </p:cNvPr>
          <p:cNvSpPr txBox="1"/>
          <p:nvPr/>
        </p:nvSpPr>
        <p:spPr>
          <a:xfrm>
            <a:off x="6667875" y="3753873"/>
            <a:ext cx="112082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개발 스택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98CA83-FA69-4B96-B3DE-5CA4AC037DAE}"/>
              </a:ext>
            </a:extLst>
          </p:cNvPr>
          <p:cNvSpPr txBox="1"/>
          <p:nvPr/>
        </p:nvSpPr>
        <p:spPr>
          <a:xfrm>
            <a:off x="8180866" y="3846623"/>
            <a:ext cx="1693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C#</a:t>
            </a:r>
          </a:p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Unity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6000.3.11f1</a:t>
            </a:r>
          </a:p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GitHub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B09A41-C814-4D3A-973C-F7FDC4B08804}"/>
              </a:ext>
            </a:extLst>
          </p:cNvPr>
          <p:cNvSpPr txBox="1"/>
          <p:nvPr/>
        </p:nvSpPr>
        <p:spPr>
          <a:xfrm>
            <a:off x="6667875" y="4677620"/>
            <a:ext cx="614271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검은고딕 블랙" panose="00000A00000000000000" pitchFamily="50" charset="-127"/>
                <a:ea typeface="검은고딕 블랙" panose="00000A00000000000000" pitchFamily="50" charset="-127"/>
              </a:rPr>
              <a:t>링크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07171C-8CD4-49F7-816D-436B0996B2EC}"/>
              </a:ext>
            </a:extLst>
          </p:cNvPr>
          <p:cNvSpPr txBox="1"/>
          <p:nvPr/>
        </p:nvSpPr>
        <p:spPr>
          <a:xfrm>
            <a:off x="8157065" y="4721175"/>
            <a:ext cx="1061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GitHub</a:t>
            </a:r>
          </a:p>
          <a:p>
            <a:pPr marL="171450" indent="-171450">
              <a:buClr>
                <a:srgbClr val="23CC87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YouTube</a:t>
            </a:r>
          </a:p>
        </p:txBody>
      </p:sp>
    </p:spTree>
    <p:extLst>
      <p:ext uri="{BB962C8B-B14F-4D97-AF65-F5344CB8AC3E}">
        <p14:creationId xmlns:p14="http://schemas.microsoft.com/office/powerpoint/2010/main" val="1607588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3">
            <a:extLst>
              <a:ext uri="{FF2B5EF4-FFF2-40B4-BE49-F238E27FC236}">
                <a16:creationId xmlns:a16="http://schemas.microsoft.com/office/drawing/2014/main" id="{3A297096-4EBB-9D2D-3D20-C7E23518389B}"/>
              </a:ext>
            </a:extLst>
          </p:cNvPr>
          <p:cNvSpPr/>
          <p:nvPr/>
        </p:nvSpPr>
        <p:spPr>
          <a:xfrm>
            <a:off x="4425043" y="1758043"/>
            <a:ext cx="3341914" cy="3341914"/>
          </a:xfrm>
          <a:prstGeom prst="ellipse">
            <a:avLst/>
          </a:prstGeom>
          <a:solidFill>
            <a:srgbClr val="23CC87">
              <a:alpha val="70000"/>
            </a:srgb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F2A3-EC9B-E170-B04A-78D7B8ED0131}"/>
              </a:ext>
            </a:extLst>
          </p:cNvPr>
          <p:cNvSpPr txBox="1"/>
          <p:nvPr/>
        </p:nvSpPr>
        <p:spPr>
          <a:xfrm>
            <a:off x="4851916" y="3105835"/>
            <a:ext cx="2488182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게임 플로우</a:t>
            </a:r>
            <a:endParaRPr lang="en-US" altLang="ko-KR" sz="3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358DC-F95E-DF8E-20EA-FB95382A445D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5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0ABD0-487E-F21D-63B2-824FA4A5A0D4}"/>
              </a:ext>
            </a:extLst>
          </p:cNvPr>
          <p:cNvSpPr txBox="1"/>
          <p:nvPr/>
        </p:nvSpPr>
        <p:spPr>
          <a:xfrm>
            <a:off x="5368878" y="1496433"/>
            <a:ext cx="145424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오늘도 무사히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손글씨 다시 시작해" panose="02000503000000000000" pitchFamily="2" charset="-127"/>
              <a:ea typeface="나눔손글씨 다시 시작해" panose="02000503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47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3">
            <a:extLst>
              <a:ext uri="{FF2B5EF4-FFF2-40B4-BE49-F238E27FC236}">
                <a16:creationId xmlns:a16="http://schemas.microsoft.com/office/drawing/2014/main" id="{3A297096-4EBB-9D2D-3D20-C7E23518389B}"/>
              </a:ext>
            </a:extLst>
          </p:cNvPr>
          <p:cNvSpPr/>
          <p:nvPr/>
        </p:nvSpPr>
        <p:spPr>
          <a:xfrm>
            <a:off x="4425043" y="1758043"/>
            <a:ext cx="3341914" cy="3341914"/>
          </a:xfrm>
          <a:prstGeom prst="ellipse">
            <a:avLst/>
          </a:prstGeom>
          <a:solidFill>
            <a:srgbClr val="23CC87">
              <a:alpha val="70000"/>
            </a:srgb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F2A3-EC9B-E170-B04A-78D7B8ED0131}"/>
              </a:ext>
            </a:extLst>
          </p:cNvPr>
          <p:cNvSpPr txBox="1"/>
          <p:nvPr/>
        </p:nvSpPr>
        <p:spPr>
          <a:xfrm>
            <a:off x="4575400" y="2828836"/>
            <a:ext cx="304121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프로젝트</a:t>
            </a:r>
            <a:endParaRPr lang="en-US" altLang="ko-KR" sz="3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  <a:p>
            <a:pPr algn="ctr"/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핵심 기술 소개</a:t>
            </a:r>
            <a:endParaRPr lang="en-US" altLang="ko-KR" sz="3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358DC-F95E-DF8E-20EA-FB95382A445D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6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0ABD0-487E-F21D-63B2-824FA4A5A0D4}"/>
              </a:ext>
            </a:extLst>
          </p:cNvPr>
          <p:cNvSpPr txBox="1"/>
          <p:nvPr/>
        </p:nvSpPr>
        <p:spPr>
          <a:xfrm>
            <a:off x="5368878" y="1496433"/>
            <a:ext cx="145424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오늘도 무사히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손글씨 다시 시작해" panose="02000503000000000000" pitchFamily="2" charset="-127"/>
              <a:ea typeface="나눔손글씨 다시 시작해" panose="02000503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253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3">
            <a:extLst>
              <a:ext uri="{FF2B5EF4-FFF2-40B4-BE49-F238E27FC236}">
                <a16:creationId xmlns:a16="http://schemas.microsoft.com/office/drawing/2014/main" id="{3A297096-4EBB-9D2D-3D20-C7E23518389B}"/>
              </a:ext>
            </a:extLst>
          </p:cNvPr>
          <p:cNvSpPr/>
          <p:nvPr/>
        </p:nvSpPr>
        <p:spPr>
          <a:xfrm>
            <a:off x="4425043" y="1758043"/>
            <a:ext cx="3341914" cy="3341914"/>
          </a:xfrm>
          <a:prstGeom prst="ellipse">
            <a:avLst/>
          </a:prstGeom>
          <a:solidFill>
            <a:srgbClr val="23CC87">
              <a:alpha val="70000"/>
            </a:srgb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4F2A3-EC9B-E170-B04A-78D7B8ED0131}"/>
              </a:ext>
            </a:extLst>
          </p:cNvPr>
          <p:cNvSpPr txBox="1"/>
          <p:nvPr/>
        </p:nvSpPr>
        <p:spPr>
          <a:xfrm>
            <a:off x="4414300" y="3105835"/>
            <a:ext cx="336342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프로젝트 마무리</a:t>
            </a:r>
            <a:endParaRPr lang="en-US" altLang="ko-KR" sz="3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358DC-F95E-DF8E-20EA-FB95382A445D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7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0ABD0-487E-F21D-63B2-824FA4A5A0D4}"/>
              </a:ext>
            </a:extLst>
          </p:cNvPr>
          <p:cNvSpPr txBox="1"/>
          <p:nvPr/>
        </p:nvSpPr>
        <p:spPr>
          <a:xfrm>
            <a:off x="5368878" y="1496433"/>
            <a:ext cx="145424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오늘도 무사히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손글씨 다시 시작해" panose="02000503000000000000" pitchFamily="2" charset="-127"/>
              <a:ea typeface="나눔손글씨 다시 시작해" panose="02000503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6522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CF63B0-3BF8-4353-D823-993F6C23DC52}"/>
              </a:ext>
            </a:extLst>
          </p:cNvPr>
          <p:cNvSpPr/>
          <p:nvPr/>
        </p:nvSpPr>
        <p:spPr>
          <a:xfrm>
            <a:off x="0" y="4066904"/>
            <a:ext cx="12192000" cy="2791096"/>
          </a:xfrm>
          <a:prstGeom prst="rect">
            <a:avLst/>
          </a:prstGeom>
          <a:solidFill>
            <a:srgbClr val="23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6BD56A1-3310-72DC-F349-328E07D3E4F2}"/>
              </a:ext>
            </a:extLst>
          </p:cNvPr>
          <p:cNvSpPr/>
          <p:nvPr/>
        </p:nvSpPr>
        <p:spPr>
          <a:xfrm>
            <a:off x="5173305" y="-1"/>
            <a:ext cx="1845390" cy="627018"/>
          </a:xfrm>
          <a:custGeom>
            <a:avLst/>
            <a:gdLst>
              <a:gd name="connsiteX0" fmla="*/ 0 w 3551467"/>
              <a:gd name="connsiteY0" fmla="*/ 0 h 1424578"/>
              <a:gd name="connsiteX1" fmla="*/ 3551467 w 3551467"/>
              <a:gd name="connsiteY1" fmla="*/ 0 h 1424578"/>
              <a:gd name="connsiteX2" fmla="*/ 3513997 w 3551467"/>
              <a:gd name="connsiteY2" fmla="*/ 145727 h 1424578"/>
              <a:gd name="connsiteX3" fmla="*/ 1775733 w 3551467"/>
              <a:gd name="connsiteY3" fmla="*/ 1424578 h 1424578"/>
              <a:gd name="connsiteX4" fmla="*/ 37470 w 3551467"/>
              <a:gd name="connsiteY4" fmla="*/ 145727 h 142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1467" h="1424578">
                <a:moveTo>
                  <a:pt x="0" y="0"/>
                </a:moveTo>
                <a:lnTo>
                  <a:pt x="3551467" y="0"/>
                </a:lnTo>
                <a:lnTo>
                  <a:pt x="3513997" y="145727"/>
                </a:lnTo>
                <a:cubicBezTo>
                  <a:pt x="3283552" y="886629"/>
                  <a:pt x="2592466" y="1424578"/>
                  <a:pt x="1775733" y="1424578"/>
                </a:cubicBezTo>
                <a:cubicBezTo>
                  <a:pt x="959001" y="1424578"/>
                  <a:pt x="267914" y="886629"/>
                  <a:pt x="37470" y="145727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5531583" y="19014"/>
            <a:ext cx="1128835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Situation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F2077-3720-D88C-82F5-CF50A0D2B42D}"/>
              </a:ext>
            </a:extLst>
          </p:cNvPr>
          <p:cNvSpPr txBox="1"/>
          <p:nvPr/>
        </p:nvSpPr>
        <p:spPr>
          <a:xfrm>
            <a:off x="5764821" y="6367562"/>
            <a:ext cx="662362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8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53F11-D220-85C1-64B4-A2260479386B}"/>
              </a:ext>
            </a:extLst>
          </p:cNvPr>
          <p:cNvSpPr txBox="1"/>
          <p:nvPr/>
        </p:nvSpPr>
        <p:spPr>
          <a:xfrm>
            <a:off x="3621610" y="627017"/>
            <a:ext cx="494879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이 페이지의 중심이 되는 이야기를 해주세요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.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14" name="그림 13" descr="낮에 푸른 나무 근처의 푸른 잔디밭에 앉아있는 사람들">
            <a:extLst>
              <a:ext uri="{FF2B5EF4-FFF2-40B4-BE49-F238E27FC236}">
                <a16:creationId xmlns:a16="http://schemas.microsoft.com/office/drawing/2014/main" id="{8558C79F-7CFA-6E9B-CA5A-B4D4BEA8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" t="15997" r="905" b="6224"/>
          <a:stretch>
            <a:fillRect/>
          </a:stretch>
        </p:blipFill>
        <p:spPr bwMode="auto">
          <a:xfrm>
            <a:off x="2377320" y="2293753"/>
            <a:ext cx="2270494" cy="2270494"/>
          </a:xfrm>
          <a:custGeom>
            <a:avLst/>
            <a:gdLst>
              <a:gd name="connsiteX0" fmla="*/ 2029909 w 4059818"/>
              <a:gd name="connsiteY0" fmla="*/ 0 h 4059818"/>
              <a:gd name="connsiteX1" fmla="*/ 4059818 w 4059818"/>
              <a:gd name="connsiteY1" fmla="*/ 2029909 h 4059818"/>
              <a:gd name="connsiteX2" fmla="*/ 2029909 w 4059818"/>
              <a:gd name="connsiteY2" fmla="*/ 4059818 h 4059818"/>
              <a:gd name="connsiteX3" fmla="*/ 0 w 4059818"/>
              <a:gd name="connsiteY3" fmla="*/ 2029909 h 4059818"/>
              <a:gd name="connsiteX4" fmla="*/ 2029909 w 4059818"/>
              <a:gd name="connsiteY4" fmla="*/ 0 h 405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818" h="4059818">
                <a:moveTo>
                  <a:pt x="2029909" y="0"/>
                </a:moveTo>
                <a:cubicBezTo>
                  <a:pt x="3150997" y="0"/>
                  <a:pt x="4059818" y="908821"/>
                  <a:pt x="4059818" y="2029909"/>
                </a:cubicBezTo>
                <a:cubicBezTo>
                  <a:pt x="4059818" y="3150997"/>
                  <a:pt x="3150997" y="4059818"/>
                  <a:pt x="2029909" y="4059818"/>
                </a:cubicBezTo>
                <a:cubicBezTo>
                  <a:pt x="908821" y="4059818"/>
                  <a:pt x="0" y="3150997"/>
                  <a:pt x="0" y="2029909"/>
                </a:cubicBezTo>
                <a:cubicBezTo>
                  <a:pt x="0" y="908821"/>
                  <a:pt x="908821" y="0"/>
                  <a:pt x="20299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 descr="흰색, 주황색 및 검은색 직물">
            <a:extLst>
              <a:ext uri="{FF2B5EF4-FFF2-40B4-BE49-F238E27FC236}">
                <a16:creationId xmlns:a16="http://schemas.microsoft.com/office/drawing/2014/main" id="{69CACFDF-EAA4-A748-57C9-A51185629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7" t="793" r="13693" b="981"/>
          <a:stretch>
            <a:fillRect/>
          </a:stretch>
        </p:blipFill>
        <p:spPr bwMode="auto">
          <a:xfrm>
            <a:off x="4960754" y="2293753"/>
            <a:ext cx="2270494" cy="2270494"/>
          </a:xfrm>
          <a:custGeom>
            <a:avLst/>
            <a:gdLst>
              <a:gd name="connsiteX0" fmla="*/ 2029909 w 4059818"/>
              <a:gd name="connsiteY0" fmla="*/ 0 h 4059818"/>
              <a:gd name="connsiteX1" fmla="*/ 4059818 w 4059818"/>
              <a:gd name="connsiteY1" fmla="*/ 2029909 h 4059818"/>
              <a:gd name="connsiteX2" fmla="*/ 2029909 w 4059818"/>
              <a:gd name="connsiteY2" fmla="*/ 4059818 h 4059818"/>
              <a:gd name="connsiteX3" fmla="*/ 0 w 4059818"/>
              <a:gd name="connsiteY3" fmla="*/ 2029909 h 4059818"/>
              <a:gd name="connsiteX4" fmla="*/ 2029909 w 4059818"/>
              <a:gd name="connsiteY4" fmla="*/ 0 h 405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818" h="4059818">
                <a:moveTo>
                  <a:pt x="2029909" y="0"/>
                </a:moveTo>
                <a:cubicBezTo>
                  <a:pt x="3150997" y="0"/>
                  <a:pt x="4059818" y="908821"/>
                  <a:pt x="4059818" y="2029909"/>
                </a:cubicBezTo>
                <a:cubicBezTo>
                  <a:pt x="4059818" y="3150997"/>
                  <a:pt x="3150997" y="4059818"/>
                  <a:pt x="2029909" y="4059818"/>
                </a:cubicBezTo>
                <a:cubicBezTo>
                  <a:pt x="908821" y="4059818"/>
                  <a:pt x="0" y="3150997"/>
                  <a:pt x="0" y="2029909"/>
                </a:cubicBezTo>
                <a:cubicBezTo>
                  <a:pt x="0" y="908821"/>
                  <a:pt x="908821" y="0"/>
                  <a:pt x="20299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투명한 유리병 옆에 있는 흰색 책 페이지">
            <a:extLst>
              <a:ext uri="{FF2B5EF4-FFF2-40B4-BE49-F238E27FC236}">
                <a16:creationId xmlns:a16="http://schemas.microsoft.com/office/drawing/2014/main" id="{C0441AF9-7D3A-0F56-7FA9-7AD49BE32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16502" r="1539" b="18930"/>
          <a:stretch>
            <a:fillRect/>
          </a:stretch>
        </p:blipFill>
        <p:spPr bwMode="auto">
          <a:xfrm>
            <a:off x="7544187" y="2293753"/>
            <a:ext cx="2270494" cy="2270494"/>
          </a:xfrm>
          <a:custGeom>
            <a:avLst/>
            <a:gdLst>
              <a:gd name="connsiteX0" fmla="*/ 2029909 w 4059818"/>
              <a:gd name="connsiteY0" fmla="*/ 0 h 4059818"/>
              <a:gd name="connsiteX1" fmla="*/ 4059818 w 4059818"/>
              <a:gd name="connsiteY1" fmla="*/ 2029909 h 4059818"/>
              <a:gd name="connsiteX2" fmla="*/ 2029909 w 4059818"/>
              <a:gd name="connsiteY2" fmla="*/ 4059818 h 4059818"/>
              <a:gd name="connsiteX3" fmla="*/ 0 w 4059818"/>
              <a:gd name="connsiteY3" fmla="*/ 2029909 h 4059818"/>
              <a:gd name="connsiteX4" fmla="*/ 2029909 w 4059818"/>
              <a:gd name="connsiteY4" fmla="*/ 0 h 405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59818" h="4059818">
                <a:moveTo>
                  <a:pt x="2029909" y="0"/>
                </a:moveTo>
                <a:cubicBezTo>
                  <a:pt x="3150997" y="0"/>
                  <a:pt x="4059818" y="908821"/>
                  <a:pt x="4059818" y="2029909"/>
                </a:cubicBezTo>
                <a:cubicBezTo>
                  <a:pt x="4059818" y="3150997"/>
                  <a:pt x="3150997" y="4059818"/>
                  <a:pt x="2029909" y="4059818"/>
                </a:cubicBezTo>
                <a:cubicBezTo>
                  <a:pt x="908821" y="4059818"/>
                  <a:pt x="0" y="3150997"/>
                  <a:pt x="0" y="2029909"/>
                </a:cubicBezTo>
                <a:cubicBezTo>
                  <a:pt x="0" y="908821"/>
                  <a:pt x="908821" y="0"/>
                  <a:pt x="20299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9449D70-5456-2BD8-E6B5-C14AF06E280F}"/>
              </a:ext>
            </a:extLst>
          </p:cNvPr>
          <p:cNvSpPr txBox="1"/>
          <p:nvPr/>
        </p:nvSpPr>
        <p:spPr>
          <a:xfrm>
            <a:off x="3094824" y="1892091"/>
            <a:ext cx="835485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Picture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A0B79C-484D-91EF-8935-4A6A73090548}"/>
              </a:ext>
            </a:extLst>
          </p:cNvPr>
          <p:cNvSpPr txBox="1"/>
          <p:nvPr/>
        </p:nvSpPr>
        <p:spPr>
          <a:xfrm>
            <a:off x="5642991" y="1892091"/>
            <a:ext cx="906018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Picture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13842F-4474-976E-B066-679240C20056}"/>
              </a:ext>
            </a:extLst>
          </p:cNvPr>
          <p:cNvSpPr txBox="1"/>
          <p:nvPr/>
        </p:nvSpPr>
        <p:spPr>
          <a:xfrm>
            <a:off x="8232837" y="1892091"/>
            <a:ext cx="89319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Picture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CC6A33-7AE9-C1E4-5904-04777E32789C}"/>
              </a:ext>
            </a:extLst>
          </p:cNvPr>
          <p:cNvSpPr txBox="1"/>
          <p:nvPr/>
        </p:nvSpPr>
        <p:spPr>
          <a:xfrm>
            <a:off x="2504918" y="4661684"/>
            <a:ext cx="2015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이미지에 대한 설명을 해주세요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A49545-E0C2-56BF-03C6-3CEEA980E981}"/>
              </a:ext>
            </a:extLst>
          </p:cNvPr>
          <p:cNvSpPr txBox="1"/>
          <p:nvPr/>
        </p:nvSpPr>
        <p:spPr>
          <a:xfrm>
            <a:off x="5088352" y="4661684"/>
            <a:ext cx="2015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이미지에 대한 설명을 해주세요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FBCC1-C726-4FC5-3A4B-11D86A661C80}"/>
              </a:ext>
            </a:extLst>
          </p:cNvPr>
          <p:cNvSpPr txBox="1"/>
          <p:nvPr/>
        </p:nvSpPr>
        <p:spPr>
          <a:xfrm>
            <a:off x="7671786" y="4661684"/>
            <a:ext cx="20152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이미지에 대한 설명을 해주세요</a:t>
            </a:r>
          </a:p>
        </p:txBody>
      </p:sp>
    </p:spTree>
    <p:extLst>
      <p:ext uri="{BB962C8B-B14F-4D97-AF65-F5344CB8AC3E}">
        <p14:creationId xmlns:p14="http://schemas.microsoft.com/office/powerpoint/2010/main" val="2423160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6BD56A1-3310-72DC-F349-328E07D3E4F2}"/>
              </a:ext>
            </a:extLst>
          </p:cNvPr>
          <p:cNvSpPr/>
          <p:nvPr/>
        </p:nvSpPr>
        <p:spPr>
          <a:xfrm>
            <a:off x="5173305" y="-1"/>
            <a:ext cx="1845390" cy="627018"/>
          </a:xfrm>
          <a:custGeom>
            <a:avLst/>
            <a:gdLst>
              <a:gd name="connsiteX0" fmla="*/ 0 w 3551467"/>
              <a:gd name="connsiteY0" fmla="*/ 0 h 1424578"/>
              <a:gd name="connsiteX1" fmla="*/ 3551467 w 3551467"/>
              <a:gd name="connsiteY1" fmla="*/ 0 h 1424578"/>
              <a:gd name="connsiteX2" fmla="*/ 3513997 w 3551467"/>
              <a:gd name="connsiteY2" fmla="*/ 145727 h 1424578"/>
              <a:gd name="connsiteX3" fmla="*/ 1775733 w 3551467"/>
              <a:gd name="connsiteY3" fmla="*/ 1424578 h 1424578"/>
              <a:gd name="connsiteX4" fmla="*/ 37470 w 3551467"/>
              <a:gd name="connsiteY4" fmla="*/ 145727 h 142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1467" h="1424578">
                <a:moveTo>
                  <a:pt x="0" y="0"/>
                </a:moveTo>
                <a:lnTo>
                  <a:pt x="3551467" y="0"/>
                </a:lnTo>
                <a:lnTo>
                  <a:pt x="3513997" y="145727"/>
                </a:lnTo>
                <a:cubicBezTo>
                  <a:pt x="3283552" y="886629"/>
                  <a:pt x="2592466" y="1424578"/>
                  <a:pt x="1775733" y="1424578"/>
                </a:cubicBezTo>
                <a:cubicBezTo>
                  <a:pt x="959001" y="1424578"/>
                  <a:pt x="267914" y="886629"/>
                  <a:pt x="37470" y="145727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5504333" y="19014"/>
            <a:ext cx="118333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53F11-D220-85C1-64B4-A2260479386B}"/>
              </a:ext>
            </a:extLst>
          </p:cNvPr>
          <p:cNvSpPr txBox="1"/>
          <p:nvPr/>
        </p:nvSpPr>
        <p:spPr>
          <a:xfrm>
            <a:off x="3621610" y="627017"/>
            <a:ext cx="494879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이 페이지의 중심이 되는 이야기를 해주세요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.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82C85-6C20-AD23-4BCD-420EB6348FEF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9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7D4D05-B62C-9189-5E7B-A4679D480CF6}"/>
              </a:ext>
            </a:extLst>
          </p:cNvPr>
          <p:cNvSpPr/>
          <p:nvPr/>
        </p:nvSpPr>
        <p:spPr>
          <a:xfrm>
            <a:off x="6956814" y="4112631"/>
            <a:ext cx="3337866" cy="1028206"/>
          </a:xfrm>
          <a:custGeom>
            <a:avLst/>
            <a:gdLst>
              <a:gd name="connsiteX0" fmla="*/ 0 w 3337866"/>
              <a:gd name="connsiteY0" fmla="*/ 0 h 1028206"/>
              <a:gd name="connsiteX1" fmla="*/ 3337866 w 3337866"/>
              <a:gd name="connsiteY1" fmla="*/ 0 h 1028206"/>
              <a:gd name="connsiteX2" fmla="*/ 3337866 w 3337866"/>
              <a:gd name="connsiteY2" fmla="*/ 1028206 h 1028206"/>
              <a:gd name="connsiteX3" fmla="*/ 0 w 3337866"/>
              <a:gd name="connsiteY3" fmla="*/ 1028206 h 1028206"/>
              <a:gd name="connsiteX4" fmla="*/ 0 w 3337866"/>
              <a:gd name="connsiteY4" fmla="*/ 0 h 102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866" h="1028206" fill="none" extrusionOk="0">
                <a:moveTo>
                  <a:pt x="0" y="0"/>
                </a:moveTo>
                <a:cubicBezTo>
                  <a:pt x="1359625" y="-123297"/>
                  <a:pt x="2012265" y="-149768"/>
                  <a:pt x="3337866" y="0"/>
                </a:cubicBezTo>
                <a:cubicBezTo>
                  <a:pt x="3277906" y="170459"/>
                  <a:pt x="3367691" y="791071"/>
                  <a:pt x="3337866" y="1028206"/>
                </a:cubicBezTo>
                <a:cubicBezTo>
                  <a:pt x="2431464" y="1193211"/>
                  <a:pt x="1414208" y="1191663"/>
                  <a:pt x="0" y="1028206"/>
                </a:cubicBezTo>
                <a:cubicBezTo>
                  <a:pt x="-52962" y="699388"/>
                  <a:pt x="12029" y="270712"/>
                  <a:pt x="0" y="0"/>
                </a:cubicBezTo>
                <a:close/>
              </a:path>
              <a:path w="3337866" h="1028206" stroke="0" extrusionOk="0">
                <a:moveTo>
                  <a:pt x="0" y="0"/>
                </a:moveTo>
                <a:cubicBezTo>
                  <a:pt x="717254" y="99703"/>
                  <a:pt x="1902876" y="-7566"/>
                  <a:pt x="3337866" y="0"/>
                </a:cubicBezTo>
                <a:cubicBezTo>
                  <a:pt x="3365443" y="134183"/>
                  <a:pt x="3397015" y="850397"/>
                  <a:pt x="3337866" y="1028206"/>
                </a:cubicBezTo>
                <a:cubicBezTo>
                  <a:pt x="2861790" y="1086286"/>
                  <a:pt x="704938" y="973753"/>
                  <a:pt x="0" y="1028206"/>
                </a:cubicBezTo>
                <a:cubicBezTo>
                  <a:pt x="-41750" y="648240"/>
                  <a:pt x="-53037" y="29795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398481101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F4B0E5-3E8F-95F8-C15C-34A048A53FFF}"/>
              </a:ext>
            </a:extLst>
          </p:cNvPr>
          <p:cNvSpPr txBox="1"/>
          <p:nvPr/>
        </p:nvSpPr>
        <p:spPr>
          <a:xfrm>
            <a:off x="7384863" y="4411291"/>
            <a:ext cx="2481769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 인물에 대한 자세한 설명을 해주세요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 인물에 대한 자세한 설명을 해주세요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74481F-8AF0-D397-1734-841653E95865}"/>
              </a:ext>
            </a:extLst>
          </p:cNvPr>
          <p:cNvSpPr/>
          <p:nvPr/>
        </p:nvSpPr>
        <p:spPr>
          <a:xfrm>
            <a:off x="2789784" y="2256191"/>
            <a:ext cx="3103390" cy="3103390"/>
          </a:xfrm>
          <a:prstGeom prst="ellipse">
            <a:avLst/>
          </a:prstGeom>
          <a:solidFill>
            <a:srgbClr val="23CC87">
              <a:alpha val="70000"/>
            </a:srgb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09015F6-E1BC-62B9-FF4D-4947E7930331}"/>
              </a:ext>
            </a:extLst>
          </p:cNvPr>
          <p:cNvSpPr/>
          <p:nvPr/>
        </p:nvSpPr>
        <p:spPr>
          <a:xfrm>
            <a:off x="2049041" y="2752066"/>
            <a:ext cx="2111640" cy="2111640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noFill/>
          </a:ln>
          <a:effectLst>
            <a:softEdge rad="406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BE568-075D-EBCF-22E7-F6629354C6EA}"/>
              </a:ext>
            </a:extLst>
          </p:cNvPr>
          <p:cNvSpPr txBox="1"/>
          <p:nvPr/>
        </p:nvSpPr>
        <p:spPr>
          <a:xfrm>
            <a:off x="2801732" y="3638608"/>
            <a:ext cx="60625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22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%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79EDF-243B-12F8-5D91-42983259DA24}"/>
              </a:ext>
            </a:extLst>
          </p:cNvPr>
          <p:cNvSpPr txBox="1"/>
          <p:nvPr/>
        </p:nvSpPr>
        <p:spPr>
          <a:xfrm>
            <a:off x="3951789" y="3577053"/>
            <a:ext cx="77938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78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BFB0B-DB88-A6DC-574C-BC7E3CB0B9F5}"/>
              </a:ext>
            </a:extLst>
          </p:cNvPr>
          <p:cNvSpPr txBox="1"/>
          <p:nvPr/>
        </p:nvSpPr>
        <p:spPr>
          <a:xfrm>
            <a:off x="2950809" y="3351522"/>
            <a:ext cx="30809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67A4C-B71D-D6DE-2A7C-167DE12E3674}"/>
              </a:ext>
            </a:extLst>
          </p:cNvPr>
          <p:cNvSpPr txBox="1"/>
          <p:nvPr/>
        </p:nvSpPr>
        <p:spPr>
          <a:xfrm>
            <a:off x="4190634" y="3351522"/>
            <a:ext cx="30168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D945BE-B699-0DB5-E742-B6FFA5F2BF5B}"/>
              </a:ext>
            </a:extLst>
          </p:cNvPr>
          <p:cNvSpPr txBox="1"/>
          <p:nvPr/>
        </p:nvSpPr>
        <p:spPr>
          <a:xfrm>
            <a:off x="2387972" y="1788017"/>
            <a:ext cx="270939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7800" indent="-177800">
              <a:buClr>
                <a:srgbClr val="23CC87"/>
              </a:buClr>
              <a:buFont typeface="나눔스퀘어 네오 Heavy" panose="00000A00000000000000" pitchFamily="2" charset="-127"/>
              <a:buChar char="Ⅰ"/>
            </a:pP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서브 타이틀을 입력하시죠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72CAE-0167-3971-B308-A65E8C62B172}"/>
              </a:ext>
            </a:extLst>
          </p:cNvPr>
          <p:cNvSpPr/>
          <p:nvPr/>
        </p:nvSpPr>
        <p:spPr>
          <a:xfrm>
            <a:off x="6956814" y="2610402"/>
            <a:ext cx="3337866" cy="1028206"/>
          </a:xfrm>
          <a:custGeom>
            <a:avLst/>
            <a:gdLst>
              <a:gd name="connsiteX0" fmla="*/ 0 w 3337866"/>
              <a:gd name="connsiteY0" fmla="*/ 0 h 1028206"/>
              <a:gd name="connsiteX1" fmla="*/ 3337866 w 3337866"/>
              <a:gd name="connsiteY1" fmla="*/ 0 h 1028206"/>
              <a:gd name="connsiteX2" fmla="*/ 3337866 w 3337866"/>
              <a:gd name="connsiteY2" fmla="*/ 1028206 h 1028206"/>
              <a:gd name="connsiteX3" fmla="*/ 0 w 3337866"/>
              <a:gd name="connsiteY3" fmla="*/ 1028206 h 1028206"/>
              <a:gd name="connsiteX4" fmla="*/ 0 w 3337866"/>
              <a:gd name="connsiteY4" fmla="*/ 0 h 102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7866" h="1028206" fill="none" extrusionOk="0">
                <a:moveTo>
                  <a:pt x="0" y="0"/>
                </a:moveTo>
                <a:cubicBezTo>
                  <a:pt x="1359625" y="-123297"/>
                  <a:pt x="2012265" y="-149768"/>
                  <a:pt x="3337866" y="0"/>
                </a:cubicBezTo>
                <a:cubicBezTo>
                  <a:pt x="3277906" y="170459"/>
                  <a:pt x="3367691" y="791071"/>
                  <a:pt x="3337866" y="1028206"/>
                </a:cubicBezTo>
                <a:cubicBezTo>
                  <a:pt x="2431464" y="1193211"/>
                  <a:pt x="1414208" y="1191663"/>
                  <a:pt x="0" y="1028206"/>
                </a:cubicBezTo>
                <a:cubicBezTo>
                  <a:pt x="-52962" y="699388"/>
                  <a:pt x="12029" y="270712"/>
                  <a:pt x="0" y="0"/>
                </a:cubicBezTo>
                <a:close/>
              </a:path>
              <a:path w="3337866" h="1028206" stroke="0" extrusionOk="0">
                <a:moveTo>
                  <a:pt x="0" y="0"/>
                </a:moveTo>
                <a:cubicBezTo>
                  <a:pt x="717254" y="99703"/>
                  <a:pt x="1902876" y="-7566"/>
                  <a:pt x="3337866" y="0"/>
                </a:cubicBezTo>
                <a:cubicBezTo>
                  <a:pt x="3365443" y="134183"/>
                  <a:pt x="3397015" y="850397"/>
                  <a:pt x="3337866" y="1028206"/>
                </a:cubicBezTo>
                <a:cubicBezTo>
                  <a:pt x="2861790" y="1086286"/>
                  <a:pt x="704938" y="973753"/>
                  <a:pt x="0" y="1028206"/>
                </a:cubicBezTo>
                <a:cubicBezTo>
                  <a:pt x="-41750" y="648240"/>
                  <a:pt x="-53037" y="29795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398481101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래픽 22" descr="비즈니스 복장을 한 남자">
            <a:extLst>
              <a:ext uri="{FF2B5EF4-FFF2-40B4-BE49-F238E27FC236}">
                <a16:creationId xmlns:a16="http://schemas.microsoft.com/office/drawing/2014/main" id="{734D5D64-F64F-0191-C2D7-8669989DC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3584" y="1912213"/>
            <a:ext cx="740064" cy="999356"/>
          </a:xfrm>
          <a:prstGeom prst="rect">
            <a:avLst/>
          </a:prstGeom>
        </p:spPr>
      </p:pic>
      <p:pic>
        <p:nvPicPr>
          <p:cNvPr id="25" name="그래픽 24" descr="노트북을 들고 있는 여자">
            <a:extLst>
              <a:ext uri="{FF2B5EF4-FFF2-40B4-BE49-F238E27FC236}">
                <a16:creationId xmlns:a16="http://schemas.microsoft.com/office/drawing/2014/main" id="{1606F659-A089-0217-1342-90E8C7CB8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8994636" y="3358801"/>
            <a:ext cx="1010160" cy="1026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69A280-D80A-C0EC-0573-29B66CC7FCBC}"/>
              </a:ext>
            </a:extLst>
          </p:cNvPr>
          <p:cNvSpPr txBox="1"/>
          <p:nvPr/>
        </p:nvSpPr>
        <p:spPr>
          <a:xfrm>
            <a:off x="7384863" y="2909062"/>
            <a:ext cx="2481769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 인물에 대한 자세한 설명을 해주세요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  <a:p>
            <a:pPr algn="ctr">
              <a:buClr>
                <a:srgbClr val="23CC87"/>
              </a:buClr>
            </a:pP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이 인물에 대한 자세한 설명을 해주세요</a:t>
            </a:r>
          </a:p>
        </p:txBody>
      </p:sp>
    </p:spTree>
    <p:extLst>
      <p:ext uri="{BB962C8B-B14F-4D97-AF65-F5344CB8AC3E}">
        <p14:creationId xmlns:p14="http://schemas.microsoft.com/office/powerpoint/2010/main" val="1850471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6BD56A1-3310-72DC-F349-328E07D3E4F2}"/>
              </a:ext>
            </a:extLst>
          </p:cNvPr>
          <p:cNvSpPr/>
          <p:nvPr/>
        </p:nvSpPr>
        <p:spPr>
          <a:xfrm>
            <a:off x="5173305" y="-1"/>
            <a:ext cx="1845390" cy="627018"/>
          </a:xfrm>
          <a:custGeom>
            <a:avLst/>
            <a:gdLst>
              <a:gd name="connsiteX0" fmla="*/ 0 w 3551467"/>
              <a:gd name="connsiteY0" fmla="*/ 0 h 1424578"/>
              <a:gd name="connsiteX1" fmla="*/ 3551467 w 3551467"/>
              <a:gd name="connsiteY1" fmla="*/ 0 h 1424578"/>
              <a:gd name="connsiteX2" fmla="*/ 3513997 w 3551467"/>
              <a:gd name="connsiteY2" fmla="*/ 145727 h 1424578"/>
              <a:gd name="connsiteX3" fmla="*/ 1775733 w 3551467"/>
              <a:gd name="connsiteY3" fmla="*/ 1424578 h 1424578"/>
              <a:gd name="connsiteX4" fmla="*/ 37470 w 3551467"/>
              <a:gd name="connsiteY4" fmla="*/ 145727 h 1424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1467" h="1424578">
                <a:moveTo>
                  <a:pt x="0" y="0"/>
                </a:moveTo>
                <a:lnTo>
                  <a:pt x="3551467" y="0"/>
                </a:lnTo>
                <a:lnTo>
                  <a:pt x="3513997" y="145727"/>
                </a:lnTo>
                <a:cubicBezTo>
                  <a:pt x="3283552" y="886629"/>
                  <a:pt x="2592466" y="1424578"/>
                  <a:pt x="1775733" y="1424578"/>
                </a:cubicBezTo>
                <a:cubicBezTo>
                  <a:pt x="959001" y="1424578"/>
                  <a:pt x="267914" y="886629"/>
                  <a:pt x="37470" y="145727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5504333" y="19014"/>
            <a:ext cx="118333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53F11-D220-85C1-64B4-A2260479386B}"/>
              </a:ext>
            </a:extLst>
          </p:cNvPr>
          <p:cNvSpPr txBox="1"/>
          <p:nvPr/>
        </p:nvSpPr>
        <p:spPr>
          <a:xfrm>
            <a:off x="3621610" y="627017"/>
            <a:ext cx="494879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이 페이지의 중심이 되는 이야기를 해주세요</a:t>
            </a:r>
            <a:r>
              <a:rPr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.</a:t>
            </a:r>
            <a:endParaRPr lang="en-US" altLang="ko-KR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82C85-6C20-AD23-4BCD-420EB6348FEF}"/>
              </a:ext>
            </a:extLst>
          </p:cNvPr>
          <p:cNvSpPr txBox="1"/>
          <p:nvPr/>
        </p:nvSpPr>
        <p:spPr>
          <a:xfrm>
            <a:off x="5779248" y="6367562"/>
            <a:ext cx="6335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  <a:fld id="{65A3B977-252C-4781-B3B1-44B5B149A068}" type="slidenum">
              <a:rPr lang="en-US" altLang="ko-KR" sz="2800" spc="3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10</a:t>
            </a:fld>
            <a:r>
              <a:rPr lang="en-US" altLang="ko-KR" sz="2800" spc="3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-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F8B9691-8D92-552F-4EF4-700828E17734}"/>
              </a:ext>
            </a:extLst>
          </p:cNvPr>
          <p:cNvSpPr/>
          <p:nvPr/>
        </p:nvSpPr>
        <p:spPr>
          <a:xfrm>
            <a:off x="3956368" y="2252726"/>
            <a:ext cx="4465319" cy="894481"/>
          </a:xfrm>
          <a:custGeom>
            <a:avLst/>
            <a:gdLst>
              <a:gd name="connsiteX0" fmla="*/ 0 w 4465319"/>
              <a:gd name="connsiteY0" fmla="*/ 0 h 1395412"/>
              <a:gd name="connsiteX1" fmla="*/ 4465319 w 4465319"/>
              <a:gd name="connsiteY1" fmla="*/ 0 h 1395412"/>
              <a:gd name="connsiteX2" fmla="*/ 4465319 w 4465319"/>
              <a:gd name="connsiteY2" fmla="*/ 1395412 h 1395412"/>
              <a:gd name="connsiteX3" fmla="*/ 0 w 4465319"/>
              <a:gd name="connsiteY3" fmla="*/ 1395412 h 1395412"/>
              <a:gd name="connsiteX4" fmla="*/ 0 w 4465319"/>
              <a:gd name="connsiteY4" fmla="*/ 0 h 139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5319" h="1395412">
                <a:moveTo>
                  <a:pt x="0" y="0"/>
                </a:moveTo>
                <a:lnTo>
                  <a:pt x="4465319" y="0"/>
                </a:lnTo>
                <a:lnTo>
                  <a:pt x="4465319" y="1395412"/>
                </a:lnTo>
                <a:lnTo>
                  <a:pt x="0" y="139541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23CC87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45159" tIns="186690" rIns="186690" bIns="186690" numCol="1" spcCol="1270" anchor="ctr" anchorCtr="0">
            <a:noAutofit/>
          </a:bodyPr>
          <a:lstStyle/>
          <a:p>
            <a:pPr marL="0" lvl="0" indent="0" algn="l" defTabSz="21780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4900" kern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C25003-28EB-44C6-DBB6-CA0532462BBE}"/>
              </a:ext>
            </a:extLst>
          </p:cNvPr>
          <p:cNvSpPr/>
          <p:nvPr/>
        </p:nvSpPr>
        <p:spPr>
          <a:xfrm>
            <a:off x="3770313" y="2123523"/>
            <a:ext cx="976788" cy="939206"/>
          </a:xfrm>
          <a:prstGeom prst="rect">
            <a:avLst/>
          </a:prstGeom>
          <a:solidFill>
            <a:srgbClr val="23CC8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텍스트</a:t>
            </a: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CD6D0A6A-EF4C-CEBE-3C87-8C8953FAFBDB}"/>
              </a:ext>
            </a:extLst>
          </p:cNvPr>
          <p:cNvSpPr/>
          <p:nvPr/>
        </p:nvSpPr>
        <p:spPr>
          <a:xfrm>
            <a:off x="3956368" y="3378779"/>
            <a:ext cx="4465319" cy="894481"/>
          </a:xfrm>
          <a:custGeom>
            <a:avLst/>
            <a:gdLst>
              <a:gd name="connsiteX0" fmla="*/ 0 w 4465319"/>
              <a:gd name="connsiteY0" fmla="*/ 0 h 1395412"/>
              <a:gd name="connsiteX1" fmla="*/ 4465319 w 4465319"/>
              <a:gd name="connsiteY1" fmla="*/ 0 h 1395412"/>
              <a:gd name="connsiteX2" fmla="*/ 4465319 w 4465319"/>
              <a:gd name="connsiteY2" fmla="*/ 1395412 h 1395412"/>
              <a:gd name="connsiteX3" fmla="*/ 0 w 4465319"/>
              <a:gd name="connsiteY3" fmla="*/ 1395412 h 1395412"/>
              <a:gd name="connsiteX4" fmla="*/ 0 w 4465319"/>
              <a:gd name="connsiteY4" fmla="*/ 0 h 139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5319" h="1395412">
                <a:moveTo>
                  <a:pt x="0" y="0"/>
                </a:moveTo>
                <a:lnTo>
                  <a:pt x="4465319" y="0"/>
                </a:lnTo>
                <a:lnTo>
                  <a:pt x="4465319" y="1395412"/>
                </a:lnTo>
                <a:lnTo>
                  <a:pt x="0" y="139541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23CC87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45159" tIns="186690" rIns="186690" bIns="186690" numCol="1" spcCol="1270" anchor="ctr" anchorCtr="0">
            <a:noAutofit/>
          </a:bodyPr>
          <a:lstStyle/>
          <a:p>
            <a:pPr marL="0" lvl="0" indent="0" algn="l" defTabSz="21780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4900" kern="1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7C8CB3-F81C-5E64-14AB-AEA2432CB81B}"/>
              </a:ext>
            </a:extLst>
          </p:cNvPr>
          <p:cNvSpPr/>
          <p:nvPr/>
        </p:nvSpPr>
        <p:spPr>
          <a:xfrm>
            <a:off x="3770313" y="3249576"/>
            <a:ext cx="976788" cy="939206"/>
          </a:xfrm>
          <a:prstGeom prst="rect">
            <a:avLst/>
          </a:prstGeom>
          <a:solidFill>
            <a:srgbClr val="23CC8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텍스트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1AE9C7C-B9DD-6820-F816-F531DF1EC424}"/>
              </a:ext>
            </a:extLst>
          </p:cNvPr>
          <p:cNvSpPr/>
          <p:nvPr/>
        </p:nvSpPr>
        <p:spPr>
          <a:xfrm>
            <a:off x="3956368" y="4504832"/>
            <a:ext cx="4465319" cy="894481"/>
          </a:xfrm>
          <a:custGeom>
            <a:avLst/>
            <a:gdLst>
              <a:gd name="connsiteX0" fmla="*/ 0 w 4465319"/>
              <a:gd name="connsiteY0" fmla="*/ 0 h 1395412"/>
              <a:gd name="connsiteX1" fmla="*/ 4465319 w 4465319"/>
              <a:gd name="connsiteY1" fmla="*/ 0 h 1395412"/>
              <a:gd name="connsiteX2" fmla="*/ 4465319 w 4465319"/>
              <a:gd name="connsiteY2" fmla="*/ 1395412 h 1395412"/>
              <a:gd name="connsiteX3" fmla="*/ 0 w 4465319"/>
              <a:gd name="connsiteY3" fmla="*/ 1395412 h 1395412"/>
              <a:gd name="connsiteX4" fmla="*/ 0 w 4465319"/>
              <a:gd name="connsiteY4" fmla="*/ 0 h 139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5319" h="1395412">
                <a:moveTo>
                  <a:pt x="0" y="0"/>
                </a:moveTo>
                <a:lnTo>
                  <a:pt x="4465319" y="0"/>
                </a:lnTo>
                <a:lnTo>
                  <a:pt x="4465319" y="1395412"/>
                </a:lnTo>
                <a:lnTo>
                  <a:pt x="0" y="1395412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rgbClr val="23CC87"/>
            </a:solidFill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45159" tIns="186690" rIns="186690" bIns="186690" numCol="1" spcCol="1270" anchor="ctr" anchorCtr="0">
            <a:noAutofit/>
          </a:bodyPr>
          <a:lstStyle/>
          <a:p>
            <a:pPr marL="0" lvl="0" indent="0" algn="l" defTabSz="21780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4900" kern="12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615F5B4-957F-6F12-14C8-4F4FF77FCAF7}"/>
              </a:ext>
            </a:extLst>
          </p:cNvPr>
          <p:cNvSpPr/>
          <p:nvPr/>
        </p:nvSpPr>
        <p:spPr>
          <a:xfrm>
            <a:off x="3770313" y="4375629"/>
            <a:ext cx="976788" cy="939206"/>
          </a:xfrm>
          <a:prstGeom prst="rect">
            <a:avLst/>
          </a:prstGeom>
          <a:solidFill>
            <a:srgbClr val="23CC8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Pretendard Black" panose="02000A03000000020004" pitchFamily="50" charset="-127"/>
              </a:rPr>
              <a:t>텍스트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689BF8-2D01-FECE-B577-7CE202AAE872}"/>
              </a:ext>
            </a:extLst>
          </p:cNvPr>
          <p:cNvSpPr txBox="1"/>
          <p:nvPr/>
        </p:nvSpPr>
        <p:spPr>
          <a:xfrm>
            <a:off x="5105463" y="2469133"/>
            <a:ext cx="295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F6BBE0-44D1-FB86-6749-BC47DA31D3CC}"/>
              </a:ext>
            </a:extLst>
          </p:cNvPr>
          <p:cNvSpPr txBox="1"/>
          <p:nvPr/>
        </p:nvSpPr>
        <p:spPr>
          <a:xfrm>
            <a:off x="5105463" y="3595186"/>
            <a:ext cx="295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0571D-FFCD-767F-2E4C-2D4107584790}"/>
              </a:ext>
            </a:extLst>
          </p:cNvPr>
          <p:cNvSpPr txBox="1"/>
          <p:nvPr/>
        </p:nvSpPr>
        <p:spPr>
          <a:xfrm>
            <a:off x="5105463" y="4721239"/>
            <a:ext cx="295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  <a:p>
            <a:pPr>
              <a:buClr>
                <a:schemeClr val="bg1"/>
              </a:buClr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Pretendard Black" panose="02000A03000000020004" pitchFamily="50" charset="-127"/>
              </a:rPr>
              <a:t>텍스트를 길게 그리고 자세히 입력해주세요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2F30EB3-8E74-95BD-2B34-2DF3775D86E2}"/>
              </a:ext>
            </a:extLst>
          </p:cNvPr>
          <p:cNvSpPr/>
          <p:nvPr/>
        </p:nvSpPr>
        <p:spPr>
          <a:xfrm>
            <a:off x="-1577143" y="4105200"/>
            <a:ext cx="4307494" cy="4307494"/>
          </a:xfrm>
          <a:prstGeom prst="ellipse">
            <a:avLst/>
          </a:prstGeom>
          <a:gradFill flip="none" rotWithShape="1">
            <a:gsLst>
              <a:gs pos="0">
                <a:srgbClr val="23CC87"/>
              </a:gs>
              <a:gs pos="61000">
                <a:srgbClr val="23CC87">
                  <a:alpha val="50000"/>
                </a:srgbClr>
              </a:gs>
              <a:gs pos="100000">
                <a:srgbClr val="23CC8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B0E563F-712E-62FF-4238-C3C5EA665D4F}"/>
              </a:ext>
            </a:extLst>
          </p:cNvPr>
          <p:cNvSpPr/>
          <p:nvPr/>
        </p:nvSpPr>
        <p:spPr>
          <a:xfrm>
            <a:off x="10523110" y="219918"/>
            <a:ext cx="4307494" cy="4307494"/>
          </a:xfrm>
          <a:prstGeom prst="ellipse">
            <a:avLst/>
          </a:prstGeom>
          <a:gradFill flip="none" rotWithShape="1">
            <a:gsLst>
              <a:gs pos="0">
                <a:srgbClr val="23CC87"/>
              </a:gs>
              <a:gs pos="61000">
                <a:srgbClr val="23CC87">
                  <a:alpha val="50000"/>
                </a:srgbClr>
              </a:gs>
              <a:gs pos="100000">
                <a:srgbClr val="23CC8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829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EB97CA1-0A51-E6B2-5B9E-07298487CE56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3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636CF6-85ED-0216-8054-B62F3A980C7A}"/>
              </a:ext>
            </a:extLst>
          </p:cNvPr>
          <p:cNvSpPr txBox="1"/>
          <p:nvPr/>
        </p:nvSpPr>
        <p:spPr>
          <a:xfrm>
            <a:off x="3879698" y="2459507"/>
            <a:ext cx="4432624" cy="193899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6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End Of</a:t>
            </a:r>
          </a:p>
          <a:p>
            <a:pPr algn="ctr"/>
            <a:r>
              <a:rPr lang="en-US" altLang="ko-KR" sz="6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CC87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Pretendard Black" panose="02000A03000000020004" pitchFamily="50" charset="-127"/>
              </a:rPr>
              <a:t>Document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5F993-FCE2-E97F-3B78-3FBD357A75A1}"/>
              </a:ext>
            </a:extLst>
          </p:cNvPr>
          <p:cNvSpPr txBox="1"/>
          <p:nvPr/>
        </p:nvSpPr>
        <p:spPr>
          <a:xfrm>
            <a:off x="5048287" y="6274566"/>
            <a:ext cx="2095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피피티를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 한 문장으로 마무리하기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손글씨 다시 시작해" panose="02000503000000000000" pitchFamily="2" charset="-127"/>
                <a:ea typeface="나눔손글씨 다시 시작해" panose="02000503000000000000" pitchFamily="2" charset="-127"/>
                <a:cs typeface="Pretendard Black" panose="02000A03000000020004" pitchFamily="50" charset="-127"/>
              </a:rPr>
              <a:t>.</a:t>
            </a: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나눔손글씨 다시 시작해" panose="02000503000000000000" pitchFamily="2" charset="-127"/>
              <a:ea typeface="나눔손글씨 다시 시작해" panose="02000503000000000000" pitchFamily="2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226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</TotalTime>
  <Words>221</Words>
  <Application>Microsoft Office PowerPoint</Application>
  <PresentationFormat>와이드스크린</PresentationFormat>
  <Paragraphs>80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Tmon몬소리 Black</vt:lpstr>
      <vt:lpstr>검은고딕 블랙</vt:lpstr>
      <vt:lpstr>나눔손글씨 다시 시작해</vt:lpstr>
      <vt:lpstr>나눔스퀘어 네오 Bold</vt:lpstr>
      <vt:lpstr>나눔스퀘어 네오 Heavy</vt:lpstr>
      <vt:lpstr>나눔스퀘어 네오 Regular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</dc:creator>
  <cp:lastModifiedBy>Dclass</cp:lastModifiedBy>
  <cp:revision>8</cp:revision>
  <dcterms:created xsi:type="dcterms:W3CDTF">2023-03-14T01:30:53Z</dcterms:created>
  <dcterms:modified xsi:type="dcterms:W3CDTF">2026-08-03T07:00:30Z</dcterms:modified>
</cp:coreProperties>
</file>